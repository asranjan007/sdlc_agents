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time reduction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Overall cycle</c:v>
                  </c:pt>
                  <c:pt idx="1">
                    <c:v>Validation &amp; reporting</c:v>
                  </c:pt>
                  <c:pt idx="2">
                    <c:v>Architecture doc</c:v>
                  </c:pt>
                  <c:pt idx="3">
                    <c:v>Component design</c:v>
                  </c:pt>
                  <c:pt idx="4">
                    <c:v>Code + unit tests</c:v>
                  </c:pt>
                  <c:pt idx="5">
                    <c:v>Integration tests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85</c:v>
                </c:pt>
                <c:pt idx="2">
                  <c:v>78</c:v>
                </c:pt>
                <c:pt idx="3">
                  <c:v>72</c:v>
                </c:pt>
                <c:pt idx="4">
                  <c:v>66</c:v>
                </c:pt>
                <c:pt idx="5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2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2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DevCycle AI is an offline, edge-ready agentic SDLC automation tool. This deck covers the tool, technology, agents, how agents talk to the LLM, challenges resolved, business impact, and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promise: turn a plain-language request into architecture, code, tests, validation and reports —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pain: slow manual artifacts, inconsistency, skipped validation, inability to use cloud AI on sensitive code, and fragmented, slow standardization.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DevCycle AI resolves the pain with a fast, deterministic, traceable, validated and secure agentic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Capabilities span input, agent selection/config, preview, narration, confidential storage, Excel reporting and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UI, pluggable LLM backends, per-language code generation, native test/coverage tools, quality tooling, Excel reporting, and local security — all dependency-light.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 designs, Developer builds and tests, Validation Engineer independently verifies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combine deterministic analysis, multi-language generation, code-grounded diagrams, traceability, static analysis, coverage and safe LLM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ground the model with a JSON ProjectSpec, choose a backend, parse and validate the response, and fall back to a deterministic scaffold if needed — all on-device.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Python, Rust, Java, Kotlin, C and C++ — each with its default and alternative unit-test frameworks and its standard coverage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Diagrams, traceability, patterns, static analysis and coverage make every delivery review- and audit-ready.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Confidentiality by design: offline-only, local encrypted storage, proxy-aware, no telemetry, no model download in-app.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named challenge maps to a concrete capability that resolves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savings are largest in documentation, validation and reporting; overall component cycle time drops roughly by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time: cost, quality, compliance, risk reduction, standardization, faster onboarding and no cloud-AI licensing.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makes the tool repo-native: deployed on a repo, with memory and skills of that repo, integrated into CI/CD and PRs, with better models and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recap of the whole solution, framed as bullet points, with the core value proposition and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DevCycle AI  ·  Agentic SDLC Automation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DevCycle AI  ·  Agentic SDLC Automation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640080"/>
            <a:ext cx="4206240" cy="4206240"/>
          </a:xfrm>
          <a:prstGeom prst="ellipse">
            <a:avLst/>
          </a:prstGeom>
          <a:solidFill>
            <a:srgbClr val="7C5CFF">
              <a:alpha val="10000"/>
            </a:srgbClr>
          </a:solidFill>
          <a:ln w="19050">
            <a:solidFill>
              <a:srgbClr val="7C5C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1737360"/>
            <a:ext cx="2651760" cy="2651760"/>
          </a:xfrm>
          <a:prstGeom prst="ellipse">
            <a:avLst/>
          </a:prstGeom>
          <a:solidFill>
            <a:srgbClr val="3E8BFF">
              <a:alpha val="12000"/>
            </a:srgbClr>
          </a:solidFill>
          <a:ln w="19050">
            <a:solidFill>
              <a:srgbClr val="3E8B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2514600"/>
            <a:ext cx="1097280" cy="1097280"/>
          </a:xfrm>
          <a:prstGeom prst="ellipse">
            <a:avLst/>
          </a:prstGeom>
          <a:solidFill>
            <a:srgbClr val="7C5CFF">
              <a:alpha val="55000"/>
            </a:srgbClr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1268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∞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AUTOMATION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DevCycle AI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Software Development Lifecycle through Agentic AI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Edge-ready</a:t>
            </a:r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0E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· Technology · Agents · LLM communication · Business impact ·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 in — a complete, verified delivery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040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software (instruction + input/output expectations), pick the agents, and run.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 — Architect, Developer, Validation Engineer — produce the whole delivery.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architecture + 5 diagrams, source code, unit &amp; integration tests, static analysis, coverage, and an Excel validation report.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on edge devices, works behind corporate proxies, and keeps every artifact local and confidential.</a:t>
            </a:r>
            <a:endParaRPr lang="en-US" sz="15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brain: local GGUF model, a local OpenAI-compatible endpoint (Ollama / LM Studio), or a zero-model deterministic engine.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92440" y="1847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50–65%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end-to-end delivery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31546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92440" y="33558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7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40–55%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engineering effort cost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46634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92440" y="48646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3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on-prem — zero data egress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delivering quality software is slow and risky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SDLC artifacts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32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docs, design, tests and reports take days of repetitive engineering effort.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&amp; untraceable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32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drift, traceability is missing — audits and impact analysis are painful.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E4484D"/>
          </a:solidFill>
          <a:ln w="12700">
            <a:solidFill>
              <a:srgbClr val="E448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 skipped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32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deadline pressure, quality steps are cut, raising defect and rework risk.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E4484D"/>
          </a:solidFill>
          <a:ln w="12700">
            <a:solidFill>
              <a:srgbClr val="E44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is off-limits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7258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/ air-gapped code can't be sent to cloud AI tools for help.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per language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67258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and quality bars vary by language and framework across teams.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1480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standardization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67258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consistent practices across projects take a long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DevCycle AI — agentic delivery you can trust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 becomes a complete, traceable delivery in minutes.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offline engine guarantees runnable output — even with no model.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is linked: Architecture ID → Design ID → Code → Test.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 executes tests, static analysis and coverage, then an Excel report.</a:t>
            </a:r>
            <a:endParaRPr lang="en-US" sz="160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Security-first: offline-only mode, local encrypted storage, proxy-aware.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178308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83880" y="2057400"/>
            <a:ext cx="502920" cy="50292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838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2075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2807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320040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83880" y="3474720"/>
            <a:ext cx="502920" cy="502920"/>
          </a:xfrm>
          <a:prstGeom prst="ellipse">
            <a:avLst/>
          </a:prstGeom>
          <a:solidFill>
            <a:srgbClr val="3E8B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3493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4224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461772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4892040"/>
            <a:ext cx="502920" cy="502920"/>
          </a:xfrm>
          <a:prstGeom prst="ellipse">
            <a:avLst/>
          </a:prstGeom>
          <a:solidFill>
            <a:srgbClr val="17A3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4910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does, end to 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input: instruction, input &amp; output expectations.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which agents run; per-agent configuration for each.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 of generated roles, tasks and prompts.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English audio narration of the agentic flow (with captions).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LLM backend, language &amp; framework, timezone, security.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confidential artifact store (owner-only, optional AES-GCM).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validation workbook: Summary, Functional, NonFunctional, Architecture, TestResults, CodeQuality, DevMetrics.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Timezone-correct, labelled timestamps on every document.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 generated artifacts as a single archive.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communication by the core flow.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dependency-light, pure-Python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32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(telemetry off, localhost-bound).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32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llama-cpp-python (GGUF), OpenAI-compatible HTTP (Ollama / LM Studio / vLLM), deterministic offline engine.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0E9FA0"/>
          </a:solidFill>
          <a:ln w="12700">
            <a:solidFill>
              <a:srgbClr val="0E9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32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Per-language generators: Python, C, C++, Java, Rust, Kotlin.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7A34A"/>
          </a:solidFill>
          <a:ln w="12700">
            <a:solidFill>
              <a:srgbClr val="17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coverage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7258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cargo test, JUnit/TestNG+JaCoCo, Kotest/Gradle+Kover, GoogleTest/CTest; Python coverage via stdlib tracer.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docs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67258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AST/regex code model, Mermaid diagrams, SonarQube-style static analysis, openpyxl Excel, Markdown.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14800"/>
            <a:ext cx="457200" cy="457200"/>
          </a:xfrm>
          <a:prstGeom prst="ellipse">
            <a:avLst/>
          </a:prstGeom>
          <a:solidFill>
            <a:srgbClr val="5B3FD6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runtime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67258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(AES-GCM) + fallback cipher, proxy-aware stdlib HTTP, pyttsx3 offline TTS, Python 3.9+.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agents, one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9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78024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requirements into a Software Architecture Document with 5 diagrams (overall, component, data-flow, sequence, use-case), NFR tactics, decision records, risks and traceability.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29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78024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design + class/sequence diagrams from the actual code; source, unit &amp; integration tests (and runs them); static analysis, coverage, and design-ID banners in the code.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457200" cy="457200"/>
          </a:xfrm>
          <a:prstGeom prst="ellipse">
            <a:avLst/>
          </a:prstGeom>
          <a:solidFill>
            <a:srgbClr val="17A34A"/>
          </a:solidFill>
          <a:ln w="12700">
            <a:solidFill>
              <a:srgbClr val="17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929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478024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verifies functional &amp; non-functional requirements, validates architecture/design, re-runs the tests, and compiles the Excel validation report (incl. DevMetrics).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&amp; 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is good 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requirement analysis → roles, tasks &amp; prompts per agent.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Multi-language, idiomatic code with framework-correct tests.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Code-grounded class &amp; sequence diagrams; design-pattern detection.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traceability: Architecture ID → Design ID → Code → Test.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SonarQube-style static analysis, ranked by severity.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coverage for unit &amp; integration suites, where toolchain is present.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toolchain detection (PATH, *_HOME, project wrappers).</a:t>
            </a:r>
            <a:endParaRPr lang="en-US" sz="150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LLM-mode safety: validate output, else fall back to a guaranteed-runnable scaffold.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↔ LLM COMMUNICATION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talk to the model — safely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3230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+ I/O → ProjectSpec (components, operations, FRs/NFRs).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42232" y="230886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268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3230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system prompt + user prompt + compact JSON context block.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230886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268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883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backend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43230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GGUF · OpenAI-compatible endpoint (Ollama) · Offline engine.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803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validate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352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file blocks / markdown; check syntax &amp; structure.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142232" y="42291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268"/>
                </a:solidFill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43400" y="356616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794760"/>
            <a:ext cx="457200" cy="457200"/>
          </a:xfrm>
          <a:prstGeom prst="ellipse">
            <a:avLst/>
          </a:prstGeom>
          <a:solidFill>
            <a:srgbClr val="17A34A"/>
          </a:solidFill>
          <a:ln w="12700">
            <a:solidFill>
              <a:srgbClr val="17A3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3803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352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failing output → deterministic, runnable scaffold.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936992" y="422910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268"/>
                </a:solidFill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38160" y="356616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66760" y="3794760"/>
            <a:ext cx="457200" cy="457200"/>
          </a:xfrm>
          <a:prstGeom prst="ellipse">
            <a:avLst/>
          </a:prstGeom>
          <a:solidFill>
            <a:srgbClr val="17A34A"/>
          </a:solidFill>
          <a:ln w="12700">
            <a:solidFill>
              <a:srgbClr val="17A3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66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3803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43525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artifacts to the local, confidential store.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 </a:t>
            </a:r>
            <a:pPr algn="l" indent="0" marL="0"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offline-only mode blocks all network backends · reports name the real model/endpoint (e.g. gemma4:e4b @ 127.0.0.1:11434) · no data leaves the device.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languages, framework-correct tests &amp; coverage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92608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stdlib tracer (UT + 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 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cargo-llvm-cov / tarpaulin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4, TestNG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gcovr / lcov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gcovr / lcov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 &amp;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that stands up to review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 always carries 5 Mermaid diagrams (validated &amp; auto-sanitized).</a:t>
            </a:r>
            <a:endParaRPr lang="en-US" sz="16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sequence diagrams derived from the actual generated code.</a:t>
            </a:r>
            <a:endParaRPr lang="en-US" sz="16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and detailed component descriptions.</a:t>
            </a:r>
            <a:endParaRPr lang="en-US" sz="16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Design-ID banners in code; 'Covers:' links from tests back to design &amp; requirements.</a:t>
            </a:r>
            <a:endParaRPr lang="en-US" sz="16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summarized by severity; coverage reported per suite.</a:t>
            </a:r>
            <a:endParaRPr lang="en-US" sz="16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projects are real, idiomatic, buildable projects — not snippets.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CONFIDENTIALITY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secure, air-gapped environments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core — no external communication.</a:t>
            </a:r>
            <a:endParaRPr lang="en-US" sz="16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Offline-only mode hard-blocks every network backend.</a:t>
            </a:r>
            <a:endParaRPr lang="en-US" sz="16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owner-only artifact storage; optional AES-GCM encryption at rest.</a:t>
            </a:r>
            <a:endParaRPr lang="en-US" sz="16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Corporate-proxy aware; runs air-gapped on the edge.</a:t>
            </a:r>
            <a:endParaRPr lang="en-US" sz="16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model download — GGUF models placed out of band.</a:t>
            </a:r>
            <a:endParaRPr lang="en-US" sz="165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telemetry disabled; binds to localhost by default.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RESOLUTION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DevCycle AI turns each challenge into an outcome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DevCycle AI resolves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slow SDLC artifacts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instruction → full delivery (docs, code, tests, reports) in minutes.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docs / no traceability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documents + Architecture → Design → Code → Test matrix.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&amp; validation skipped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&amp; executed tests, static analysis, coverage and an Excel report.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AI unusable on sensitive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offline, on-prem / edge, encrypted local storage — zero egress.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per-language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generators + framework-correct tests across six languages.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Unreliable raw LLM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Validate, then fall back to a deterministic, runnable scaffold.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onboarding &amp; standardization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Consistent, explainable artifacts + a narrated agentic flow.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TIME SAVING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hours come back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58200" y="18928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component delivery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2918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SAD, design &amp; tests is near-instant vs. days.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parallelize design, build and validation.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cuts rework and impact-analysis time.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7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estimates; actual results vary by team, scope and codebase.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COST &amp;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higher quality, less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7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40–55%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engineering effort cost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0248" y="16459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07408" y="1847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docs &amp; reports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16459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18470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Hours→Min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514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traceability prep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consistent tests, coverage &amp; traceability → fewer defects and less rework.</a:t>
            </a:r>
            <a:endParaRPr lang="en-US" sz="15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built-in validation and auditable traceability out of the box.</a:t>
            </a:r>
            <a:endParaRPr lang="en-US" sz="15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usable in secure / air-gapped environments — no data egress or vendor exposure.</a:t>
            </a:r>
            <a:endParaRPr lang="en-US" sz="15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Standardization: uniform artifacts raise the quality floor across every team.</a:t>
            </a:r>
            <a:endParaRPr lang="en-US" sz="15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Onboarding: new engineers ramp faster on explainable, narrated deliveries.</a:t>
            </a:r>
            <a:endParaRPr lang="en-US" sz="15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cost: local / open models — no per-seat cloud-AI subscription fees.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7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estimates; actual results vary by team, scope and codebase.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repo-native, memory-and-skill-aware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Repo-native deployment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7802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DevCycle AI directly on specific repositories and run in place.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3E8BFF"/>
          </a:solidFill>
          <a:ln w="12700">
            <a:solidFill>
              <a:srgbClr val="3E8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memory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7802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repo (code, conventions, history) so agents ground output in the actual codebase.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0E9FA0"/>
          </a:solidFill>
          <a:ln w="12700">
            <a:solidFill>
              <a:srgbClr val="0E9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skills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7802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repo-specific patterns, standards and review rules — then reuse them automatically.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7A34A"/>
          </a:solidFill>
          <a:ln w="12700">
            <a:solidFill>
              <a:srgbClr val="17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PR integration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7258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pull requests, autofix, and post validation reports back to the PR.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67258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 with review checkpoints and approvals.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3F5FB"/>
          </a:solidFill>
          <a:ln w="12700">
            <a:solidFill>
              <a:srgbClr val="E2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E">
                <a:alpha val="3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14800"/>
            <a:ext cx="457200" cy="457200"/>
          </a:xfrm>
          <a:prstGeom prst="ellipse">
            <a:avLst/>
          </a:prstGeom>
          <a:solidFill>
            <a:srgbClr val="5B3FD6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coverage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672584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small local models per org; split UT/IT coverage on the JVM; wider language support.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in bullet points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edge-ready, confidential agentic SDLC automation.</a:t>
            </a:r>
            <a:endParaRPr lang="en-US" sz="155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agents: Architect, Developer, Validation Engineer.</a:t>
            </a:r>
            <a:endParaRPr lang="en-US" sz="155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delivery: architecture + diagrams, code, tests, static analysis, coverage, Excel report.</a:t>
            </a:r>
            <a:endParaRPr lang="en-US" sz="155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with framework-correct tests and real coverage.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7830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 + validation, out of the box.</a:t>
            </a:r>
            <a:endParaRPr lang="en-US" sz="155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local LLM or a zero-model deterministic engine.</a:t>
            </a:r>
            <a:endParaRPr lang="en-US" sz="155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~50–65% faster · 40–55% lower effort cost · 100% on-prem.</a:t>
            </a:r>
            <a:endParaRPr lang="en-US" sz="1550" dirty="0"/>
          </a:p>
          <a:p>
            <a:pPr algn="l" marL="203200" indent="-2032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repo-native memory &amp; skills, CI/CD integration.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once. DevCycle AI designs, builds, tests, validates and documents — privately, on your hardware.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DevCycle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DevCycle AI</dc:creator>
  <cp:lastModifiedBy>DevCycle AI</cp:lastModifiedBy>
  <cp:revision>1</cp:revision>
  <dcterms:created xsi:type="dcterms:W3CDTF">2026-10-26T07:15:17Z</dcterms:created>
  <dcterms:modified xsi:type="dcterms:W3CDTF">2026-10-26T07:15:17Z</dcterms:modified>
</cp:coreProperties>
</file>